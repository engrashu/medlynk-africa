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MEDLYNK AFRICA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Summary  •  Investor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patients to verified pharmacies, clinics &amp; hospitals in real 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Douala, Cameroon  |  medlynk.me  |  December 2027 Target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Snapshot  •  Target: December 2027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Traction at Raise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Facilities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+ Hospitals + Pharmacies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20–25k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Fee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FCFA per facility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1.2–1.5M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FCFA recurring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Round Structure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201168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10896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80–130M FCFA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~$130k–$215k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3108960"/>
            <a:ext cx="201168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310896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26974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Amount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40–80M FCFA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9748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~$65k–$130k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201168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310896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Offered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– 25%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retains control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3108960"/>
            <a:ext cx="2011680" cy="13716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4" name="Shape 32"/>
          <p:cNvSpPr/>
          <p:nvPr/>
        </p:nvSpPr>
        <p:spPr>
          <a:xfrm>
            <a:off x="6812280" y="310896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Deal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 for ~20%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~120M FCFA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 •  12–18 Month Runway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1430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143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417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Coordinator + Junior Developer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0574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2057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331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Yaoundé onboarding &amp; facility growth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718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35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1168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3246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module + platform improvements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8862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950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11680" y="3886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1168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&amp; contingency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 •  Cameroon &amp; Central Africa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737360"/>
                <a:gridCol w="1645920"/>
                <a:gridCol w="1645920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Medlynk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Pharma Dream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Waspito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stock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Clinics &amp; Hospitals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dashboards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 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Laboratories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Multi-tenant IAM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Unclear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contracts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15–25k FCFA/mo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Partnership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 free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Bilingual FR/EN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Mainly FR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091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= Pharmacies Cameroun app, VitMed, Smart Access / MediSmart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Medlynk  •  Key Takeaway for Investors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dominant multi-tenant platform in Cameroon or Central Africa that fully covers real-time medicine stock + clinics + hospitals + laboratories with recurring facility contracts.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players cover pieces of the puzzle. Medlynk is building the missing infrastructure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Stock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 on live availability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30175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1546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Multi-Facility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+ Clinics + Hospitals + Labs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30175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1546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0936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contracts 15–25k FCFA/mo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Ashu Betrand Njoh  •  Founder &amp; CEO  •  founder@medlynk.me  •  medlynk.me  •  Douala, Cameroon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Medlynk Africa – Seed Round Summary</dc:title>
  <dc:subject>Investor Summary &amp; Competitive Landscape</dc:subject>
  <dc:creator>Medlynk Africa</dc:creator>
  <cp:lastModifiedBy>Medlynk Africa</cp:lastModifiedBy>
  <cp:revision>1</cp:revision>
  <dcterms:created xsi:type="dcterms:W3CDTF">2026-07-25T00:27:34Z</dcterms:created>
  <dcterms:modified xsi:type="dcterms:W3CDTF">2026-07-25T00:27:34Z</dcterms:modified>
</cp:coreProperties>
</file>